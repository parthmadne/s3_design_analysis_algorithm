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9" d="100"/>
          <a:sy n="59" d="100"/>
        </p:scale>
        <p:origin x="840" y="5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0</Words>
  <Application>Microsoft Office PowerPoint</Application>
  <PresentationFormat>Custom</PresentationFormat>
  <Paragraphs>0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1800.parth@gmail.com</cp:lastModifiedBy>
  <cp:revision>1</cp:revision>
  <dcterms:created xsi:type="dcterms:W3CDTF">2006-08-16T00:00:00Z</dcterms:created>
  <dcterms:modified xsi:type="dcterms:W3CDTF">2026-10-15T15:19:18Z</dcterms:modified>
</cp:coreProperties>
</file>